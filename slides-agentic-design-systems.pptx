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IDEAS — MAY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0" spc="-5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Agentic</a:t>
            </a:r>
            <a:endParaRPr lang="en-US" sz="7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7200" spc="-5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7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7200" spc="-5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80160" y="5532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happens when your design system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grows a nervous system.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80160" y="1005840"/>
            <a:ext cx="4572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325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systems are built to scale consistency.
</a:t>
            </a:r>
            <a:pPr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rarely scale themselves.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 drift. Components diverge. Documentation lags months behind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reality. The system is always catching up — never ahead.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IDEA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9144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4200" spc="-3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if the design system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spc="-3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could 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i="1" spc="-3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notice, adapt,</a:t>
            </a:r>
            <a:pPr indent="0" marL="0">
              <a:lnSpc>
                <a:spcPct val="125000"/>
              </a:lnSpc>
              <a:buNone/>
            </a:pP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spc="-3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i="1" spc="-3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propose</a:t>
            </a:r>
            <a:pPr indent="0" marL="0">
              <a:lnSpc>
                <a:spcPct val="125000"/>
              </a:lnSpc>
              <a:buNone/>
            </a:pPr>
            <a:r>
              <a:rPr lang="en-US" sz="4200" spc="-3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spc="-3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its own?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SHIFTS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4630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docs to dialogue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71907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the system a question. Get a grounded answer with token references and usage examples — not a stale wiki page.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24688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static to generative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72491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Components as intent, not just files. An agent interprets a brief and scaffolds the right variant — constrained by the system, never outside 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4747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3474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maintained to self-maintaining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73075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that audit drift, flag broken token usage, and open pull requests to bring reality back in line with spec.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 AS LANGUAGE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tokens aren't just CSS variables.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They're the 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vocabulary</a:t>
            </a:r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agents use to reason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about visual decisions.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32918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a token has semantic meaning —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color.feedback.error instead of #f04 —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agent can make choices that are design-correct,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just technically valid.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14173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71232" y="141732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Semantic tokens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509760" y="14173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82912" y="1417320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189280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1232" y="1892808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Usage rules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0" y="189280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82912" y="1892808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Variant logic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2368296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236829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Motion spec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509760" y="2368296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912" y="236829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0" y="284378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2843784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Spacing scale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09760" y="284378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2843784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Breakpoints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AGENTS CAN DO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9601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scan the codebase for off-token color or spacing values and surface them as issues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24028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2240280"/>
            <a:ext cx="9601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produce new components from a brief, grounded in your existing token set and patterns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06324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3063240"/>
            <a:ext cx="9601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Sync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keep Figma and code in agreement, flagging divergence instead of letting it compound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88620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3886200"/>
            <a:ext cx="9601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write and update usage notes from actual component usage in the 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70916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4709160"/>
            <a:ext cx="9601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Advise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answer "which component should I use here?" with context from real patterns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80160" y="1005840"/>
            <a:ext cx="4572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3716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 as </a:t>
            </a:r>
            <a:pPr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living spec</a:t>
            </a:r>
            <a:pPr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2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as </a:t>
            </a:r>
            <a:endParaRPr lang="en-US" sz="2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constant signal</a:t>
            </a:r>
            <a:pPr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2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as the </a:t>
            </a:r>
            <a:endParaRPr lang="en-US" sz="2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connective tissue</a:t>
            </a:r>
            <a:pPr indent="0" marL="0">
              <a:lnSpc>
                <a:spcPct val="150000"/>
              </a:lnSpc>
              <a:buNone/>
            </a:pPr>
            <a:endParaRPr lang="en-US" sz="2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between them.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loop closes: what's built informs the system, the system informs what's built. No more divergence tax.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REAL TENSION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spc="-20" kern="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Automation scales consistency.
</a:t>
            </a:r>
            <a:pPr indent="0" marL="0">
              <a:lnSpc>
                <a:spcPct val="125000"/>
              </a:lnSpc>
              <a:buNone/>
            </a:pPr>
            <a:r>
              <a:rPr lang="en-US" sz="3800" i="1" spc="-2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Craft doesn't scale.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3749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agents handle all the maintenance work, does the designer stop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understanding the system deeply? Does the system stop surprising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 in useful ways?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4663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risk isn't that agents get things wrong. It's that they get things perfectly average.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280160" y="1005840"/>
            <a:ext cx="45720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 owns the taste?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23774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can reason about rules. They can't yet feel when a rule should be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broken for the right reason. That instinct — the one that makes a design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a design system and not a style guide — still lives with people.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role shifts: from </a:t>
            </a:r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and enforcing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system to </a:t>
            </a:r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teaching and trusting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6"/>
          </a:solidFill>
          <a:ln w="12700">
            <a:solidFill>
              <a:srgbClr val="0606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5912" y="256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I'M EXPLORING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token schema designed to be agent-readable from day 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audit agent that runs on CI — no drift ships silently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74320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↔ code sync with an agent in the loop, not a person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38328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3383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Taste gates — human review steps that can't be automated away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5394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design system of the near future isn't a tool you maintain.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It's a collaborator you 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b="1" dirty="0">
                <a:solidFill>
                  <a:srgbClr val="F0F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shape.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Design Systems</dc:title>
  <dc:subject>Agentic Design Systems</dc:subject>
  <dc:creator>Jana Gramlich</dc:creator>
  <cp:lastModifiedBy>Jana Gramlich</cp:lastModifiedBy>
  <cp:revision>1</cp:revision>
  <dcterms:created xsi:type="dcterms:W3CDTF">2026-05-26T15:25:46Z</dcterms:created>
  <dcterms:modified xsi:type="dcterms:W3CDTF">2026-05-26T15:25:46Z</dcterms:modified>
</cp:coreProperties>
</file>